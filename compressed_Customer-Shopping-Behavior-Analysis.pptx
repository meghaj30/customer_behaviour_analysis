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ompt Medium"/>
      <p:regular r:id="rId17"/>
    </p:embeddedFont>
    <p:embeddedFont>
      <p:font typeface="Prompt Medium"/>
      <p:regular r:id="rId18"/>
    </p:embeddedFont>
    <p:embeddedFont>
      <p:font typeface="Prompt Medium"/>
      <p:regular r:id="rId19"/>
    </p:embeddedFont>
    <p:embeddedFont>
      <p:font typeface="Prompt Medium"/>
      <p:regular r:id="rId20"/>
    </p:embeddedFont>
    <p:embeddedFont>
      <p:font typeface="Mukta Light"/>
      <p:regular r:id="rId21"/>
    </p:embeddedFont>
    <p:embeddedFont>
      <p:font typeface="Mukta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04633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Shopping Behavior Analysis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Insights from 3,900 purchases across product categories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32290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Dataset Overview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50234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3,900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350437" y="462545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Transactions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511647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Purchase records analyzed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25282" y="350234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18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925282" y="462545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Features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925282" y="511647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points per transaction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500128" y="3502343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37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11500128" y="4625459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Missing Values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1500128" y="5116473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Review ratings imputed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12062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Data Features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423523"/>
            <a:ext cx="20701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Demographics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350437" y="4013240"/>
            <a:ext cx="2070140" cy="166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Age, Gender, Location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Subscription Status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030414" y="3423523"/>
            <a:ext cx="20701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Purchase Details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030414" y="4356140"/>
            <a:ext cx="2070140" cy="166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Item, Category, Amount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Season, Size, Color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710392" y="3423523"/>
            <a:ext cx="20701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Behavior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1710392" y="4013240"/>
            <a:ext cx="2070140" cy="166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Discounts, Promo Codes</a:t>
            </a:r>
            <a:endParaRPr lang="en-US" sz="1900" dirty="0"/>
          </a:p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Frequency, Ratings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52043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Gender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699867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$158K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755606" y="48229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Male Customers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5313998"/>
            <a:ext cx="35536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Higher revenue generation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212705" y="3699867"/>
            <a:ext cx="3553658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$75K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617875" y="482298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Female Customers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212705" y="5313998"/>
            <a:ext cx="35536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 contribution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50752"/>
            <a:ext cx="628530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Top Products by Rating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4037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5" name="Shape 3"/>
          <p:cNvSpPr/>
          <p:nvPr/>
        </p:nvSpPr>
        <p:spPr>
          <a:xfrm>
            <a:off x="2561868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2784038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1333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Gloves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141333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3.86 avg rating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47084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1" name="Shape 9"/>
          <p:cNvSpPr/>
          <p:nvPr/>
        </p:nvSpPr>
        <p:spPr>
          <a:xfrm>
            <a:off x="6944916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7167086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24381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Sandals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524381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3.84 avg rating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0132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27963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0134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907429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Boots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907429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3.82 avg rating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4037" y="5198269"/>
            <a:ext cx="6327696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4037" y="5167789"/>
            <a:ext cx="6327696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3879771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141333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Hat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141333" y="6306503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3.80 avg rating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438549" y="5198269"/>
            <a:ext cx="6327815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38549" y="5167789"/>
            <a:ext cx="6327815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2112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54283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715845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Skirt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7715845" y="6306503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3.78 avg rating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094" y="1051798"/>
            <a:ext cx="736234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Shipping &amp; Subscription Impact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50094" y="1926312"/>
            <a:ext cx="7643813" cy="1173361"/>
          </a:xfrm>
          <a:prstGeom prst="roundRect">
            <a:avLst>
              <a:gd name="adj" fmla="val 767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2026" y="2148245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Express Shipping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2026" y="2557463"/>
            <a:ext cx="719994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$60.48 avg purchase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0094" y="3285649"/>
            <a:ext cx="7643813" cy="1173361"/>
          </a:xfrm>
          <a:prstGeom prst="roundRect">
            <a:avLst>
              <a:gd name="adj" fmla="val 767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2026" y="3507581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Standard Shipping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72026" y="3916799"/>
            <a:ext cx="719994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$58.46 avg purchase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0094" y="4644985"/>
            <a:ext cx="7643813" cy="1173361"/>
          </a:xfrm>
          <a:prstGeom prst="roundRect">
            <a:avLst>
              <a:gd name="adj" fmla="val 767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2026" y="4866918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Non-Subscribers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72026" y="5276136"/>
            <a:ext cx="719994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$59.87 avg spend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0094" y="6004322"/>
            <a:ext cx="7643813" cy="1173361"/>
          </a:xfrm>
          <a:prstGeom prst="roundRect">
            <a:avLst>
              <a:gd name="adj" fmla="val 767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2026" y="6226254"/>
            <a:ext cx="2381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Subscribers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72026" y="6635472"/>
            <a:ext cx="7199948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$59.49 avg spend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50752"/>
            <a:ext cx="700504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Discount Strategy Insights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4037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5" name="Shape 3"/>
          <p:cNvSpPr/>
          <p:nvPr/>
        </p:nvSpPr>
        <p:spPr>
          <a:xfrm>
            <a:off x="2561868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2784038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1333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Hat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141333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50% discounted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47084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1" name="Shape 9"/>
          <p:cNvSpPr/>
          <p:nvPr/>
        </p:nvSpPr>
        <p:spPr>
          <a:xfrm>
            <a:off x="6944916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12" name="Text 10"/>
          <p:cNvSpPr/>
          <p:nvPr/>
        </p:nvSpPr>
        <p:spPr>
          <a:xfrm>
            <a:off x="7167086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24381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Sneakers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5524381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49.66% discounted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2800588"/>
            <a:ext cx="4136231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0132" y="2770108"/>
            <a:ext cx="4136231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27963" y="243030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0134" y="2615446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907429" y="34178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Coat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907429" y="3908822"/>
            <a:ext cx="358163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49.07% discounted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64037" y="5198269"/>
            <a:ext cx="6327696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4037" y="5167789"/>
            <a:ext cx="6327696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3879771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141333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Sweater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141333" y="6306503"/>
            <a:ext cx="57731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48.17% discounted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7438549" y="5198269"/>
            <a:ext cx="6327815" cy="1780580"/>
          </a:xfrm>
          <a:prstGeom prst="roundRect">
            <a:avLst>
              <a:gd name="adj" fmla="val 8217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38549" y="5167789"/>
            <a:ext cx="6327815" cy="121920"/>
          </a:xfrm>
          <a:prstGeom prst="roundRect">
            <a:avLst>
              <a:gd name="adj" fmla="val 85050"/>
            </a:avLst>
          </a:prstGeom>
          <a:solidFill>
            <a:srgbClr val="A95B9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32112" y="4827984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A9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10454283" y="5013127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715845" y="58154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Pants</a:t>
            </a:r>
            <a:endParaRPr lang="en-US" sz="2150" dirty="0"/>
          </a:p>
        </p:txBody>
      </p:sp>
      <p:sp>
        <p:nvSpPr>
          <p:cNvPr id="32" name="Text 30"/>
          <p:cNvSpPr/>
          <p:nvPr/>
        </p:nvSpPr>
        <p:spPr>
          <a:xfrm>
            <a:off x="7715845" y="6306503"/>
            <a:ext cx="577322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47.37% discounted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520434"/>
            <a:ext cx="6477357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Segmentation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699867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3,116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64037" y="4822984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Loyal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64037" y="5313998"/>
            <a:ext cx="22662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Established customers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438882" y="3699867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701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438882" y="4822984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Returning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3438882" y="5313998"/>
            <a:ext cx="22662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Building loyalty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013728" y="3699867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83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6013728" y="4822984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New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013728" y="5313998"/>
            <a:ext cx="22662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First-time buyers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673" y="736044"/>
            <a:ext cx="5900499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Revenue by Age Group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08673" y="1702237"/>
            <a:ext cx="7526655" cy="1285637"/>
          </a:xfrm>
          <a:prstGeom prst="roundRect">
            <a:avLst>
              <a:gd name="adj" fmla="val 75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7274" y="1940838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Young Adult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47274" y="2391370"/>
            <a:ext cx="704945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$62,143 total revenue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8673" y="3204091"/>
            <a:ext cx="7526655" cy="1285637"/>
          </a:xfrm>
          <a:prstGeom prst="roundRect">
            <a:avLst>
              <a:gd name="adj" fmla="val 75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274" y="3442692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Middle-aged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47274" y="3893225"/>
            <a:ext cx="704945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$59,197 total revenue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8673" y="4705945"/>
            <a:ext cx="7526655" cy="1285637"/>
          </a:xfrm>
          <a:prstGeom prst="roundRect">
            <a:avLst>
              <a:gd name="adj" fmla="val 75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7274" y="4944547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Adult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47274" y="5395079"/>
            <a:ext cx="704945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$55,978 total revenue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8673" y="6207800"/>
            <a:ext cx="7526655" cy="1285637"/>
          </a:xfrm>
          <a:prstGeom prst="roundRect">
            <a:avLst>
              <a:gd name="adj" fmla="val 75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7274" y="6446401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Senior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47274" y="6896933"/>
            <a:ext cx="704945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$55,763 total revenue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57005"/>
            <a:ext cx="746819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Strategic Recommendations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93655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32565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5" name="Text 3"/>
          <p:cNvSpPr/>
          <p:nvPr/>
        </p:nvSpPr>
        <p:spPr>
          <a:xfrm>
            <a:off x="864037" y="350996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Boost Subscriptions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4000976"/>
            <a:ext cx="413623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Promote exclusive benefits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7084" y="293655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332565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9" name="Text 7"/>
          <p:cNvSpPr/>
          <p:nvPr/>
        </p:nvSpPr>
        <p:spPr>
          <a:xfrm>
            <a:off x="5247084" y="3509962"/>
            <a:ext cx="368010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Loyalty Programs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5247084" y="4000976"/>
            <a:ext cx="413623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Reward repeat buyers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936558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3325654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9630132" y="3509962"/>
            <a:ext cx="30746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Review Discount Policy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9630132" y="4000976"/>
            <a:ext cx="413623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Balance sales with margins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4037" y="4827984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4037" y="5217081"/>
            <a:ext cx="6327696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64037" y="54013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Positioning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864037" y="5892403"/>
            <a:ext cx="63276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Highlight top performers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38549" y="4827984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38549" y="5217081"/>
            <a:ext cx="6327815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1" name="Text 19"/>
          <p:cNvSpPr/>
          <p:nvPr/>
        </p:nvSpPr>
        <p:spPr>
          <a:xfrm>
            <a:off x="7438549" y="540138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7438549" y="5892403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Focus on high-revenue groups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2026-03-29T12:42:48Z</dcterms:created>
  <dcterms:modified xsi:type="dcterms:W3CDTF">2026-03-29T12:42:48Z</dcterms:modified>
</cp:coreProperties>
</file>